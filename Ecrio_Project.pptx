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222222"/>
                </a:solidFill>
                <a:latin typeface="Aptos Display"/>
              </a:rPr>
              <a:t>Edge-to-Cloud AI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46464"/>
                </a:solidFill>
              </a:rPr>
              <a:t>Ecrio Internship Project – Progress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646464"/>
                </a:solidFill>
              </a:rPr>
              <a:t>Prepared by: Deepalakshmi 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Aptos Display"/>
              </a:rPr>
              <a:t>1. 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Build an end-to-end pipeline for continuous sensor data processing.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Collect sensor data at the edge and transmit it using MQTT.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Use AI to identify unusual or anomalous sensor readings.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Containerize and deploy the pipeline using Docker and Kubernetes.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Monitor system performance using Prometheus and Grafana.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Aptos Display"/>
              </a:rPr>
              <a:t>3. Work Completed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Created a Python virtual environment and installed required dependencies.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Set up and verified the Mosquitto MQTT broker on localhost:1883.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Created edge/sensor.py to generate synthetic sensor readings every 2 seconds.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Created mqtt/subscriber.py to receive and decode MQTT JSON messages.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Verified sensor → MQTT broker → subscriber communication.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Added malformed JSON handling without crashing the subscriber.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Aptos Display"/>
              </a:rPr>
              <a:t>4. MQTT Testing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Broker connection: PASSED.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Topic: ecrio/edge/sensor.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Continuous publishing: PASSED.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23 valid JSON messages received in approximately 44 seconds.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Publishing interval: approximately 2 seconds.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Fields verified: device_id, temperature, humidity, vibration, timestamp.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No connection drops or runtime errors during the test.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Aptos Display"/>
              </a:rPr>
              <a:t>5. AI Inference – Current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Created ai/inference.py.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Using Scikit-learn Isolation Forest for anomaly detection.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Generated about 200 synthetic normal samples for initial training.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Features: temperature, humidity and vibration.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Incoming MQTT messages are validated and passed to the model.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Output is classified as NORMAL or ANOMALY with inference latency.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Aptos Display"/>
              </a:rPr>
              <a:t>6. MAX and Mojo – Planned AI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MAX is an AI inference and serving platform from Modular.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Mojo is a high-performance programming language from Modular.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MAX can help execute AI models efficiently on CPUs and GPUs.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Mojo can be used for optimized, performance-critical operations.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Current baseline: Python + Scikit-learn Isolation Forest.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MAX/Mojo integration will be evaluated after baseline testing.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Aptos Display"/>
              </a:rPr>
              <a:t>7. Technologies and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Python 3.11 – sensor simulation, MQTT handling and AI pipeline.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Paho MQTT – Python MQTT client.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Mosquitto – MQTT broker.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NumPy + Scikit-learn – synthetic data and Isolation Forest.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MAX + Mojo – planned high-performance AI optimization.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Docker + Kubernetes – planned deployment.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Prometheus + Grafana – planned monitoring and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Aptos Display"/>
              </a:rPr>
              <a:t>8. Challenges Faced and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Mosquitto command was not in PATH → located the installed executable directly.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Port 1883 was already in use → verified the existing broker using netstat.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Physical sensor device is unavailable → created a Python sensor simulator.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Malformed MQTT payloads can occur → added JSON validation and error handling.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MAX/Mojo are new technologies → starting with a tested Python baseline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Aptos Display"/>
              </a:rPr>
              <a:t>10. Next Steps / Work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Complete and test AI inference with continuous MQTT data.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Measure inference latency and anomaly-detection behavior.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Evaluate MAX/Mojo for the performance-critical AI stage.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Create Docker images for the sensor, MQTT and AI services.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Deploy services using Minikube or k3s.</a:t>
            </a:r>
          </a:p>
          <a:p>
            <a:pPr>
              <a:spcAft>
                <a:spcPts val="1100"/>
              </a:spcAft>
              <a:defRPr sz="1900">
                <a:solidFill>
                  <a:srgbClr val="222222"/>
                </a:solidFill>
                <a:latin typeface="Aptos"/>
              </a:defRPr>
            </a:pPr>
            <a:r>
              <a:t>• Connect Prometheus metrics and build the Grafana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Aptos Display"/>
              </a:rPr>
              <a:t>2. Overall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194560"/>
            <a:ext cx="1965960" cy="1051560"/>
          </a:xfrm>
          <a:prstGeom prst="roundRect">
            <a:avLst/>
          </a:prstGeom>
          <a:solidFill>
            <a:srgbClr val="F2F2F2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22222"/>
                </a:solidFill>
                <a:latin typeface="Aptos"/>
              </a:rPr>
              <a:t>Python Sensor
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9464" y="244144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46464"/>
                </a:solidFill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79" y="2194560"/>
            <a:ext cx="1965960" cy="1051560"/>
          </a:xfrm>
          <a:prstGeom prst="roundRect">
            <a:avLst/>
          </a:prstGeom>
          <a:solidFill>
            <a:srgbClr val="F2F2F2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22222"/>
                </a:solidFill>
                <a:latin typeface="Aptos"/>
              </a:rPr>
              <a:t>Mosquitto
MQTT Broker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01183" y="244144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46464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2194560"/>
            <a:ext cx="1965960" cy="1051560"/>
          </a:xfrm>
          <a:prstGeom prst="roundRect">
            <a:avLst/>
          </a:prstGeom>
          <a:solidFill>
            <a:srgbClr val="F2F2F2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22222"/>
                </a:solidFill>
                <a:latin typeface="Aptos"/>
              </a:rPr>
              <a:t>AI Inference
Python / MAX / Mojo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2904" y="244144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46464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19" y="2194560"/>
            <a:ext cx="1965960" cy="1051560"/>
          </a:xfrm>
          <a:prstGeom prst="roundRect">
            <a:avLst/>
          </a:prstGeom>
          <a:solidFill>
            <a:srgbClr val="F2F2F2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22222"/>
                </a:solidFill>
                <a:latin typeface="Aptos"/>
              </a:rPr>
              <a:t>Docker +
Kubernetes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64624" y="244144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46464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21240" y="2194560"/>
            <a:ext cx="1965960" cy="1051560"/>
          </a:xfrm>
          <a:prstGeom prst="roundRect">
            <a:avLst/>
          </a:prstGeom>
          <a:solidFill>
            <a:srgbClr val="F2F2F2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22222"/>
                </a:solidFill>
                <a:latin typeface="Aptos"/>
              </a:rPr>
              <a:t>Prometheus +
Grafana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Aptos Display"/>
              </a:rPr>
              <a:t>9. Current Status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74519"/>
            <a:ext cx="2286000" cy="1371600"/>
          </a:xfrm>
          <a:prstGeom prst="roundRect">
            <a:avLst/>
          </a:prstGeom>
          <a:solidFill>
            <a:srgbClr val="F2F2F2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22222"/>
                </a:solidFill>
                <a:latin typeface="Aptos"/>
              </a:rPr>
              <a:t>Phase 1
Setup
COMPLETED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0440" y="1874519"/>
            <a:ext cx="2286000" cy="1371600"/>
          </a:xfrm>
          <a:prstGeom prst="roundRect">
            <a:avLst/>
          </a:prstGeom>
          <a:solidFill>
            <a:srgbClr val="F2F2F2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22222"/>
                </a:solidFill>
                <a:latin typeface="Aptos"/>
              </a:rPr>
              <a:t>Phase 2
Edge + MQTT
COMPLETED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74519"/>
            <a:ext cx="2286000" cy="1371600"/>
          </a:xfrm>
          <a:prstGeom prst="roundRect">
            <a:avLst/>
          </a:prstGeom>
          <a:solidFill>
            <a:srgbClr val="F2F2F2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22222"/>
                </a:solidFill>
                <a:latin typeface="Aptos"/>
              </a:rPr>
              <a:t>Phase 3
AI Inference
IN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98280" y="1874519"/>
            <a:ext cx="2286000" cy="1371600"/>
          </a:xfrm>
          <a:prstGeom prst="roundRect">
            <a:avLst/>
          </a:prstGeom>
          <a:solidFill>
            <a:srgbClr val="F2F2F2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22222"/>
                </a:solidFill>
                <a:latin typeface="Aptos"/>
              </a:rPr>
              <a:t>Deployment +
Monitoring
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>
                <a:solidFill>
                  <a:srgbClr val="222222"/>
                </a:solidFill>
              </a:rPr>
              <a:t>Edge data flow is working. AI inference is the current focus.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4688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222222"/>
                </a:solidFill>
                <a:latin typeface="Aptos Display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461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46464"/>
                </a:solidFill>
              </a:rPr>
              <a:t>Questions / Suggestions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682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DEEPA</dc:creator>
  <cp:keywords/>
  <dc:description>generated using python-pptx</dc:description>
  <cp:lastModifiedBy>Deepa Lakshmi</cp:lastModifiedBy>
  <cp:revision>1</cp:revision>
  <dcterms:created xsi:type="dcterms:W3CDTF">2013-01-27T09:14:16Z</dcterms:created>
  <dcterms:modified xsi:type="dcterms:W3CDTF">2026-08-31T06:29:22Z</dcterms:modified>
  <cp:category/>
</cp:coreProperties>
</file>